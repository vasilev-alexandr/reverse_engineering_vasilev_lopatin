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7" r:id="rId2"/>
    <p:sldId id="259" r:id="rId3"/>
    <p:sldId id="281" r:id="rId4"/>
    <p:sldId id="282" r:id="rId5"/>
    <p:sldId id="283" r:id="rId6"/>
    <p:sldId id="286" r:id="rId7"/>
    <p:sldId id="287" r:id="rId8"/>
    <p:sldId id="285" r:id="rId9"/>
    <p:sldId id="28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DCA59-51AA-4717-BF4A-177FB90EC27E}" type="datetimeFigureOut">
              <a:rPr lang="ru-RU" smtClean="0"/>
              <a:t>20.04.2026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AD6CF-5DCF-4517-9084-DF2C612D3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200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5EC4-1558-2223-CB2D-15C25DE8A0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4F909-5C00-DBFA-E100-2ACCD38C2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DFE94-6781-D3FD-4368-70942EAC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A1B2A-88E9-41C6-ADDD-B3B0ECF6CD4A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7156B-5D4B-AA00-0F29-70815D0E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FF4E9-F9B3-3F5C-DE52-05A71C66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09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0FE3C-853D-84FE-DB44-52B15F4A0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9E7E8-333A-35B0-B223-0BF05092A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8DF88-ABCA-ED7D-43FE-F5AFF2DE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BA3D-0B35-42DF-90EE-AC95B649311D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36B-4DF6-D71B-5692-2421B762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FF395-DFAA-8106-F3DD-1D124605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45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ABDA-C8EE-0866-9636-4EE6E75C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97229-669F-55AD-B45B-98D0CD823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21A31-5FEC-C31B-8A93-685998E1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9D5-C857-4AFF-933C-A6D6DB6026D5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FDF-0BDC-5B0B-8E46-1F5B5ED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7E10-C155-032A-91C0-C31BF814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838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5070C-81E9-DF2C-AD0F-46A4BC7AE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35F1-43E6-1F02-148F-733443AF4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73F5A-2183-1C1E-62DA-2DBEA3788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4CC83-41DA-815C-EE35-03BE9BDD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772AA-D128-42F3-9526-953858CDE727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938D4-5F16-9204-06E3-86669C55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0A61F-57C6-338B-0E12-86904364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25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A-7201-752E-335A-4E9E74A60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0211B-140F-3904-E44D-302827CEF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F4F8B-7A16-EB5A-896A-4A3CFB622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7A9CB6-F469-529B-B780-2A66CC9709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012D0-01EB-BCB4-EED6-A08AEBF78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AAF6D-133D-99A1-4939-247DF437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DEC1A-7206-4ACB-88CC-4D580494CFD8}" type="datetime1">
              <a:rPr lang="ru-RU" smtClean="0"/>
              <a:t>20.04.2026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E5D84-96CB-C218-14DB-6424B62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D2E76-99E2-AF55-5F0A-0D0D79F8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6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41E5-2CDD-A169-63B5-9CD56F74D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6C2EF2-1AC0-05CC-B8DB-DE33377BA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66A41-B699-420A-89B7-1360021CE64F}" type="datetime1">
              <a:rPr lang="ru-RU" smtClean="0"/>
              <a:t>20.04.2026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9A2E7-832A-5F3E-87C5-CC3845C3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49DEE-F067-764B-2872-11FFD1B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44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C31A5-0267-D5D3-4FAF-3A697B4C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83745-FF14-4267-8CE3-5B5166319872}" type="datetime1">
              <a:rPr lang="ru-RU" smtClean="0"/>
              <a:t>20.04.2026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47816-B590-5BA7-C25C-D49228BB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95682-05DE-3C61-8AA8-4326E96A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97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F5550-DF2A-A97B-0562-D5F8F6E8F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69EB-8BAA-72B0-3D6D-9CD98B16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C204E-34C8-9B81-63F1-7BA597D5A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7EE2D-F292-9807-C53C-39A35824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32D68-E935-40A0-A15C-328BCC7A62F5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2D61B-6553-CC47-C7CA-D26CE0D5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9542F-652C-F263-F098-5C41695E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291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7C40-3F8E-58E0-E50E-AEF074F0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CADA0-EC59-B8B0-876D-6D7D5DBC9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839ED-CEFB-0760-84E3-32161B018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E13CF-35EA-0FA3-AC91-4CF4C3474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E0BEA-9C6C-4843-891D-C389990A7C5F}" type="datetime1">
              <a:rPr lang="ru-RU" smtClean="0"/>
              <a:t>20.04.2026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CEA15-9796-4ADD-1037-F3ECC7D3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BCA49-88E6-B310-7D45-695464E3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884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D6DA-8C3F-99FB-246B-4EC66DE7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8F120-0466-A4D0-72AF-A9AD605E0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8E01F-5092-974A-7137-55388DB6F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4598E-39A0-4499-B681-3910AD4163EA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24936-8CED-3EA4-3137-AC2CEB96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4512D-5E78-4778-CE5A-06A99A96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57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4A563D-FD32-7578-5CA8-BD6D2985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CBA4C-617F-A815-8F47-9D7F74F16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A9BE-0505-9BD4-9735-B1E219C2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D412-F844-4D5F-BEB0-B16AF876AB34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75855-B8A8-6EBE-5A46-C579F7A6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348-AE26-0439-1CD2-AF420BF0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4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63E3DB-930F-484E-5137-CBCA1B91B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9697A-C788-AB24-53BB-504BB01C8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7B52-6E9B-9055-6B98-08EC7DE09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CCD74-3F4F-4664-BDCE-83D9D19648C6}" type="datetime1">
              <a:rPr lang="ru-RU" smtClean="0"/>
              <a:t>20.04.2026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0E36F-7A96-5893-97D3-6AA7155D3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24DE9-A70C-0B49-F080-005569A06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4E819-F42A-4AEC-919D-DF317209FA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58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D6440-1606-BC69-E2AF-86A4ECFC06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Отчёт по лабораторной работе №6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4968-9A8F-F562-BEBD-29228932D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760662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Лопатин А.А.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Васильев А.С.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Проверили: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Профессор, д.т.н. Сидоренко Валентина Генадьевна </a:t>
            </a: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доцент, к.т.н. 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70463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DEE1-0324-CC7C-124B-752F5529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FA6D-8EE0-7E5A-2136-65C1CBD9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Регуляярные выражения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697E-1524-9722-4484-E9D8EC0F5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последовательность символов, которая задаёт шаблон поиска в текстовых строках (для этого используется специальный синтаксис описания маски)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 нужны, чтобы: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по шаблону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данных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Извлечение информации </a:t>
            </a:r>
          </a:p>
          <a:p>
            <a:pPr>
              <a:buFontTx/>
              <a:buChar char="-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текста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A972-4342-3581-BF30-32E4E75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52DFA-09F4-4FAF-913E-A5D4A31DEA7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99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23DF-2B7D-AE84-F97F-4500117C9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Входные данные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4D9E-8AD3-3656-33F4-5B5271D39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dev.txt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Мб) – это большой текстовый файл, содержащий смешанные данные (адреса, даты, города и т.д.).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нашем варианте (9) требуется найти адреса электронной почты, оканчивающиеся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.site.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194BC-30C5-DA0C-81FE-2D448D2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3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9E11FE-3ADE-9A4C-D314-412AB84143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593"/>
          <a:stretch>
            <a:fillRect/>
          </a:stretch>
        </p:blipFill>
        <p:spPr>
          <a:xfrm>
            <a:off x="933069" y="3925157"/>
            <a:ext cx="10325862" cy="234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6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ABC5-B56D-988D-BA53-B1640E9A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12" y="749173"/>
            <a:ext cx="5746296" cy="1325563"/>
          </a:xfrm>
        </p:spPr>
        <p:txBody>
          <a:bodyPr>
            <a:no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Скрипт для проверки наличия специальных символов в имени пользователя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email-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D66C1-FE37-48B9-15E4-4A0087ACB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4939" y="2375535"/>
            <a:ext cx="3984812" cy="3413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\b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граница слова;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[a-zA-Z0-9._%+-]+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 пользователя;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обязательный символ;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[a-zA-Z0-9.-]+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доменное имя;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\.site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окончание домена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CF5E57-6FB3-3A03-6D67-32B90EA47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4496" y="520499"/>
            <a:ext cx="4052208" cy="58170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4A65-D55E-6252-DC10-51BBACF2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243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AAF4-D580-417F-244C-1AE3479C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29A2E-2797-361B-33B4-1596D257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7329" cy="3048127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анализа файла dev.txt была выполнена проверка наличия специальных символов [._%+-] в имени пользователя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-адресов. Результаты показали, что в найденных адресах электронной почты используются только символы «.» и «-». А также имя пользователя содержит буквы латинского алфавита и цифры.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2EE42-8852-45AA-76C1-92D36F129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604"/>
          <a:stretch>
            <a:fillRect/>
          </a:stretch>
        </p:blipFill>
        <p:spPr>
          <a:xfrm>
            <a:off x="8038624" y="1291058"/>
            <a:ext cx="3882591" cy="427588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85AA4-93F2-6CEA-CBFB-24CC62B58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494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61478-ACE3-68AA-014B-F31CDA95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1FD3C-CE18-246D-8204-91BF3DE4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75884-5D79-9DBC-7DA7-8B73A13BE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611" y="1587881"/>
            <a:ext cx="3984812" cy="3413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\b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граница слова;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[a-zA-Z0-9.-]+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 пользователя;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обязательный символ;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[a-zA-Z0-9.-]+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доменное имя;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\.site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окончание домена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D4EC2-DCEC-B4F7-A86D-A7AB7DFC4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5600" y="884833"/>
            <a:ext cx="5590000" cy="508833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3E358-2170-9BAE-E701-49148737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691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6875-19E0-D50D-1B9E-5BC7311A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79D0-68C9-AB66-FBC9-88FED444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951A6-DA18-12A2-1492-2C9F7ADA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7329" cy="3048127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Реализованный код, позволяет посчитать общее кол-во адресов (11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удобного предоставления полученных результатов в процессе выполнения кода создаётся отдельный файл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result.txt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пронумерованным списком адресов.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FA7-D815-A26B-5A85-DD62AE0ED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89131" y="34636"/>
            <a:ext cx="3515773" cy="678872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C6C1E-C688-42B1-4E3C-09549FD1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98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41BD-6864-5EB2-3ED5-E47101DD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4A24-8CCE-D17A-9BF3-D3835C142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6209"/>
            <a:ext cx="10515600" cy="3441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первого рода: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регулярное выражение может распознавать строки, похожие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-адреса, как корректные адреса с доменом .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даже если фактически они содержат недопустимые сочетания символов;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второго рода:</a:t>
            </a: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не будут распознаны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-адреса, записанные в нестандартном формате, не предусмотренном регулярным выражением;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не будут распознаны адреса с редкими, но допустимыми вариантами записи локальной части или домена, если они выходят за рамки используемого шаблона.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F292-E25A-5F34-7596-6F02D276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25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54D9-8908-F3AE-7F83-12FD6B772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EAFE-C983-93B5-4491-0974C75B5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1705"/>
            <a:ext cx="10515600" cy="476525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работы было разработано регулярное выражение для поиска адресов электронной почты, оканчивающихся на домен .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 файле dev.txt. С помощью первичного регулярного выражения была проведена проверка на наличие специальных символов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_, %, +, -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именах пользователей. Анализ показал, что в исходном файле среди 1104 найденных адресов фактически используются только точки и дефисы. На основе полученных данных был сформирован итоговый шаблон: \b[a-zA-Z0-9.-]+@[a-zA-Z0-9.-]+\.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\b, который позволил корректно выделить все целевые адреса и сохранить их в нумерованный список в файле result.txt. В ходе тестирования установлено, что возможны ошибки первого рода при совпадении с некорректными строками, внешне похожими на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также ошибки второго рода при нестандартной записи адресов, не соответствующей принятому шаблону.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9E23C-42B0-95DB-3A60-D74D265A2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4E819-F42A-4AEC-919D-DF317209FA7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43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520</Words>
  <Application>Microsoft Office PowerPoint</Application>
  <PresentationFormat>Широкоэкранный</PresentationFormat>
  <Paragraphs>49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Отчёт по лабораторной работе №6</vt:lpstr>
      <vt:lpstr>Регуляярные выражения (re)</vt:lpstr>
      <vt:lpstr>Входные данные</vt:lpstr>
      <vt:lpstr>Скрипт для проверки наличия специальных символов в имени пользователя email-адреса</vt:lpstr>
      <vt:lpstr>Результат </vt:lpstr>
      <vt:lpstr>Решение</vt:lpstr>
      <vt:lpstr>Результат </vt:lpstr>
      <vt:lpstr>Ошибки: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Королёв</dc:creator>
  <cp:lastModifiedBy>Саня Василь</cp:lastModifiedBy>
  <cp:revision>5</cp:revision>
  <dcterms:created xsi:type="dcterms:W3CDTF">2026-04-14T20:09:30Z</dcterms:created>
  <dcterms:modified xsi:type="dcterms:W3CDTF">2026-04-20T16:28:29Z</dcterms:modified>
</cp:coreProperties>
</file>